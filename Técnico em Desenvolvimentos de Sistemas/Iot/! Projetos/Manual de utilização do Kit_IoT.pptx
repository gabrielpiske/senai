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7" r:id="rId3"/>
    <p:sldId id="288" r:id="rId4"/>
    <p:sldId id="289" r:id="rId5"/>
    <p:sldId id="290" r:id="rId6"/>
    <p:sldId id="291" r:id="rId7"/>
    <p:sldId id="292" r:id="rId8"/>
    <p:sldId id="29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773BC-A8ED-659B-425B-2D00FBA7C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59AC76-2495-FD1D-0F4E-5123D0B90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D2C535-CB84-11E4-9212-7F5CAAE5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2439BF-4D84-55AA-4A39-48A080CF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A5E39F-1914-E1A7-EC2E-8FBD89FC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85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4D67C-A966-C021-4574-A104E1DF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94FC5D-32A9-E4F1-9361-39B696DB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D0C4B-70E6-5874-7151-4791CB89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36F56F-4512-99D7-401D-9F2540B9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06FD2-961F-8F03-4745-67FF5057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91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2F65B-0A9E-0078-90ED-1E8EAACE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047968-201F-5326-3349-F849BAA4C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C97031-5039-EA7D-5CC8-E2925EAE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7157E-6955-D549-8E6B-59CCDBE8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352262-5C3E-FA7E-094F-B5E4653D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6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6E61D-CE7D-0F40-BA40-F635FF45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4BC17-40A0-89B0-2059-8D8CC188C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36B340-0DC4-8DCB-DC06-E0E63A67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DEF655-705F-B4BD-ADA0-DD6E68B2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DBE06F-25D0-6903-12CF-8729F8F4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75CA46-B9AB-30A0-2939-AF24BAA0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56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9DFAD-4D76-8896-4915-C144DD3D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67F56D-656A-68E0-7E8E-AF181F4EC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540FC5-AB87-D0CA-8550-5795E434C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323701-88F6-E7C3-B7E6-EB2361C34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8562B4-43F5-2D1D-94E2-88A553736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7854CF-D7AA-3315-60FC-D47965BA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B43962-73E7-C2E8-9FC3-16560431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3D4739-53EF-34D0-1E05-82343192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46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51668-688F-D609-E316-B0A58A25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4FA9AC-F393-9124-150F-FB86A341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3571BA-936D-3F15-28AB-4DCB173C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43D0B7-5352-408C-789A-A9FDB91D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06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F52C48-12E7-7087-300D-D5D901492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EA05E7-7A9F-C238-17E5-5F90D05E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3C7A88-F1BA-A525-96F9-D01A53DE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23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DE38B-696F-6575-1072-207D80BE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DFE53-6121-D2D7-B654-30455C187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E14ED3-1C40-5CA7-5242-A4AF84919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8CE5FA-3BE8-8EF1-6EC0-FB4591A3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DD3761-6893-FF4F-C546-681339B1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80206-32BE-52D3-03E5-47A146E3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90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6F238-8E8B-CCBD-0A9E-F475473D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9AC7A1-B56E-79B4-116B-3AC608A0F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1C9FC6-AC00-8CFE-E4DD-D1CF42EC2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CD7B57-DD43-8490-59B3-F5A1C6A3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349272-9AD3-1442-BA2A-8E514ADD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333B98-9F15-838D-C2D3-5BF37FD1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23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E33FA-D78F-E781-B94E-AB2A27FB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35551A-D1CB-9960-DCEF-C6673945C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3D73B-ABD9-4767-07E4-7330FA74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B413B-2AE7-BD50-A281-597AB689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CA5B9A-0FFC-462E-631C-31B64105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04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AB819E-4665-9AD4-407C-848D08448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F80065-9C1F-2B92-E50B-7FADF1C76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8A19C-11F2-C60E-C957-46BA4AC4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615ED-D2F5-3889-6CA9-DE385A4B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4E48B-A6C2-903B-BC09-9E3FBACB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159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de título e Nome palestrante">
    <p:bg>
      <p:bgPr>
        <a:solidFill>
          <a:srgbClr val="007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2"/>
            <a:ext cx="12192000" cy="6849735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82649"/>
            <a:ext cx="67709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838200" y="2954337"/>
            <a:ext cx="7481711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911" y="5665508"/>
            <a:ext cx="3105199" cy="6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7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72E41D2-6C0D-CCC8-3FAF-259E0054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E844E9-A5EF-F73D-DE6D-1D838FA09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D84305-9AE5-3BD4-912A-7778FCF2F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7D048-A010-473E-80B7-281BFE9E22A0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F9F0A3-2B66-73A8-637A-1393E1F8D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302E6D-1CDC-BB2D-7D53-BD51EB39D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F76F9-E3A6-4A6D-9827-6985049BB6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86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436CE-B69F-4F35-AE77-ADD58EF0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180" y="1016737"/>
            <a:ext cx="7533640" cy="2198494"/>
          </a:xfrm>
        </p:spPr>
        <p:txBody>
          <a:bodyPr>
            <a:noAutofit/>
          </a:bodyPr>
          <a:lstStyle/>
          <a:p>
            <a:pPr algn="ctr"/>
            <a:r>
              <a:rPr lang="pt-BR" sz="7200" dirty="0"/>
              <a:t>Introdução ao IoT</a:t>
            </a:r>
            <a:endParaRPr lang="pt-BR" sz="5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DA5F8D-893A-4B30-A57E-52EDB4274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2514" y="4396304"/>
            <a:ext cx="3922486" cy="472440"/>
          </a:xfrm>
        </p:spPr>
        <p:txBody>
          <a:bodyPr>
            <a:noAutofit/>
          </a:bodyPr>
          <a:lstStyle/>
          <a:p>
            <a:r>
              <a:rPr lang="pt-BR" sz="2800" dirty="0"/>
              <a:t>Prof.  Gerson Trindade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DCB542CC-A3E5-957F-AEBE-DD27D17E0BD4}"/>
              </a:ext>
            </a:extLst>
          </p:cNvPr>
          <p:cNvSpPr txBox="1">
            <a:spLocks/>
          </p:cNvSpPr>
          <p:nvPr/>
        </p:nvSpPr>
        <p:spPr>
          <a:xfrm>
            <a:off x="2853266" y="2780771"/>
            <a:ext cx="6485467" cy="63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Internet das Coisas</a:t>
            </a:r>
          </a:p>
        </p:txBody>
      </p:sp>
    </p:spTree>
    <p:extLst>
      <p:ext uri="{BB962C8B-B14F-4D97-AF65-F5344CB8AC3E}">
        <p14:creationId xmlns:p14="http://schemas.microsoft.com/office/powerpoint/2010/main" val="1584292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1AFF3-680E-3480-92FF-A7FE3EF3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Introdução ao </a:t>
            </a:r>
            <a:r>
              <a:rPr lang="pt-BR" dirty="0" err="1"/>
              <a:t>Kit_IoT</a:t>
            </a:r>
            <a:r>
              <a:rPr lang="pt-BR" dirty="0"/>
              <a:t>-Senai Timbó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28F777-CE29-B89F-2610-967A671B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2" y="1573479"/>
            <a:ext cx="3970867" cy="4351338"/>
          </a:xfrm>
        </p:spPr>
        <p:txBody>
          <a:bodyPr/>
          <a:lstStyle/>
          <a:p>
            <a:r>
              <a:rPr lang="pt-BR" dirty="0"/>
              <a:t>Vista superior do KIT IoT e seus principais periféricos.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435DD7-6377-17E8-B2FE-573EBEF5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635" y="1573479"/>
            <a:ext cx="7628467" cy="459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0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5948-9BCB-F565-D549-9BBF3380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99AEB-0CDA-4216-A180-35F3D898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Principais componentes da PCB do </a:t>
            </a:r>
            <a:r>
              <a:rPr lang="pt-BR" dirty="0" err="1"/>
              <a:t>Kit_IoT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CDA495-6F76-7136-B651-699FAB2A0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194062"/>
            <a:ext cx="5706534" cy="5443802"/>
          </a:xfrm>
        </p:spPr>
        <p:txBody>
          <a:bodyPr/>
          <a:lstStyle/>
          <a:p>
            <a:r>
              <a:rPr lang="pt-BR" dirty="0"/>
              <a:t>Localização na PCB dos principais componentes do KIT.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7E7A3C6-F760-4E86-7B36-6EE28FCEE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02655" y="1034601"/>
            <a:ext cx="5749414" cy="576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9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6546-2DB6-E255-4400-F8275BFC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C1141-6E1C-B6B2-559A-776C30AD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Localizando os principais componentes na PCB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D07ADF-2C8E-2BDC-C062-60446DD48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3467" y="2736319"/>
            <a:ext cx="3843866" cy="1835681"/>
          </a:xfrm>
        </p:spPr>
        <p:txBody>
          <a:bodyPr/>
          <a:lstStyle/>
          <a:p>
            <a:r>
              <a:rPr lang="pt-BR" dirty="0"/>
              <a:t>Sensor HC-SR04</a:t>
            </a:r>
          </a:p>
          <a:p>
            <a:r>
              <a:rPr lang="pt-BR" dirty="0"/>
              <a:t>Led RGB</a:t>
            </a:r>
          </a:p>
          <a:p>
            <a:r>
              <a:rPr lang="pt-BR" dirty="0"/>
              <a:t>Sensor DHT11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22F0FC-9F79-68BB-05B2-B7725AD6C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6" y="1613560"/>
            <a:ext cx="7628467" cy="459872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713AA28-5EE4-414F-F151-699B035FFE89}"/>
              </a:ext>
            </a:extLst>
          </p:cNvPr>
          <p:cNvSpPr/>
          <p:nvPr/>
        </p:nvSpPr>
        <p:spPr>
          <a:xfrm>
            <a:off x="6544733" y="1613560"/>
            <a:ext cx="1214970" cy="21710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468883E-AD32-BDF2-E687-35F13DF6DC61}"/>
              </a:ext>
            </a:extLst>
          </p:cNvPr>
          <p:cNvCxnSpPr/>
          <p:nvPr/>
        </p:nvCxnSpPr>
        <p:spPr>
          <a:xfrm flipH="1" flipV="1">
            <a:off x="7759703" y="2727586"/>
            <a:ext cx="571497" cy="2272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59229E4-9AA9-C61A-79D1-623687EF4349}"/>
              </a:ext>
            </a:extLst>
          </p:cNvPr>
          <p:cNvSpPr/>
          <p:nvPr/>
        </p:nvSpPr>
        <p:spPr>
          <a:xfrm>
            <a:off x="6142569" y="3784600"/>
            <a:ext cx="1214970" cy="641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CC3E3E8-4117-B98C-04ED-ED17DD836887}"/>
              </a:ext>
            </a:extLst>
          </p:cNvPr>
          <p:cNvCxnSpPr>
            <a:cxnSpLocks/>
          </p:cNvCxnSpPr>
          <p:nvPr/>
        </p:nvCxnSpPr>
        <p:spPr>
          <a:xfrm flipH="1">
            <a:off x="7351190" y="3505200"/>
            <a:ext cx="980010" cy="5806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855D540-7F83-C9C4-0749-CCF00026D9C5}"/>
              </a:ext>
            </a:extLst>
          </p:cNvPr>
          <p:cNvSpPr/>
          <p:nvPr/>
        </p:nvSpPr>
        <p:spPr>
          <a:xfrm>
            <a:off x="6142569" y="4553160"/>
            <a:ext cx="1214970" cy="641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A1BF7C7-100D-54A2-5689-2991BEF3FF18}"/>
              </a:ext>
            </a:extLst>
          </p:cNvPr>
          <p:cNvCxnSpPr>
            <a:cxnSpLocks/>
          </p:cNvCxnSpPr>
          <p:nvPr/>
        </p:nvCxnSpPr>
        <p:spPr>
          <a:xfrm flipH="1">
            <a:off x="7371298" y="4016774"/>
            <a:ext cx="993769" cy="8818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00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2325-D492-1B05-E532-CB4094D70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1A0FE-9D24-4F2C-07D6-50EFC572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Configuração das </a:t>
            </a:r>
            <a:r>
              <a:rPr lang="pt-BR" dirty="0" err="1"/>
              <a:t>Micro-chaves</a:t>
            </a:r>
            <a:r>
              <a:rPr lang="pt-BR" dirty="0"/>
              <a:t> do </a:t>
            </a:r>
            <a:r>
              <a:rPr lang="pt-BR" dirty="0" err="1"/>
              <a:t>Kit_IoT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6FB54-DC94-E25C-27F4-93D5358E4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194062"/>
            <a:ext cx="5280070" cy="44847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SW5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C2CF22-5A74-04C1-9929-E7CBC077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336" y="1049866"/>
            <a:ext cx="5727143" cy="5740400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1B11C89-51FC-E1BA-D2CC-997699C71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940388"/>
              </p:ext>
            </p:extLst>
          </p:nvPr>
        </p:nvGraphicFramePr>
        <p:xfrm>
          <a:off x="1236133" y="1873061"/>
          <a:ext cx="1800000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4551025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999300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104380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RGB_R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55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RGB_G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63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RGB_B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44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LED_R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14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LED_G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46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LED_B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83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ECHO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85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TRIG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81121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390DA7B-FBA5-5A85-AD16-66B8B0A89113}"/>
              </a:ext>
            </a:extLst>
          </p:cNvPr>
          <p:cNvSpPr/>
          <p:nvPr/>
        </p:nvSpPr>
        <p:spPr>
          <a:xfrm>
            <a:off x="9440333" y="2006600"/>
            <a:ext cx="1058334" cy="1422400"/>
          </a:xfrm>
          <a:prstGeom prst="roundRect">
            <a:avLst>
              <a:gd name="adj" fmla="val 1139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85B42E8-749A-EA1A-5BBD-0E28036F11A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036133" y="2667000"/>
            <a:ext cx="6336467" cy="8748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68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6B38-3361-1DDA-1A5F-38139B55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7570D-ADC2-2F26-0F88-C68BA606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Configuração das </a:t>
            </a:r>
            <a:r>
              <a:rPr lang="pt-BR" dirty="0" err="1"/>
              <a:t>Micro-chaves</a:t>
            </a:r>
            <a:r>
              <a:rPr lang="pt-BR" dirty="0"/>
              <a:t> do </a:t>
            </a:r>
            <a:r>
              <a:rPr lang="pt-BR" dirty="0" err="1"/>
              <a:t>Kit_IoT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A87D3-0514-9222-98E9-2D016ACF6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194062"/>
            <a:ext cx="5280070" cy="44847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SW6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C088DF-3976-1D1C-2314-AE47C672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336" y="1049866"/>
            <a:ext cx="5727143" cy="5740400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A8F4F1F-5645-CC10-7CFB-E295C00E4AD3}"/>
              </a:ext>
            </a:extLst>
          </p:cNvPr>
          <p:cNvGraphicFramePr>
            <a:graphicFrameLocks noGrp="1"/>
          </p:cNvGraphicFramePr>
          <p:nvPr/>
        </p:nvGraphicFramePr>
        <p:xfrm>
          <a:off x="1236133" y="1873061"/>
          <a:ext cx="1656000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4551025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54999300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104380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SW-4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55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63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44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514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46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83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85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Io23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81121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6B0B9AB-0558-8C71-5FA6-AADE4DEA1552}"/>
              </a:ext>
            </a:extLst>
          </p:cNvPr>
          <p:cNvSpPr/>
          <p:nvPr/>
        </p:nvSpPr>
        <p:spPr>
          <a:xfrm>
            <a:off x="5571067" y="3962399"/>
            <a:ext cx="880533" cy="1498601"/>
          </a:xfrm>
          <a:prstGeom prst="roundRect">
            <a:avLst>
              <a:gd name="adj" fmla="val 1139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55FE277-2817-F3A8-61DE-2D00FE691EAA}"/>
              </a:ext>
            </a:extLst>
          </p:cNvPr>
          <p:cNvCxnSpPr>
            <a:cxnSpLocks/>
          </p:cNvCxnSpPr>
          <p:nvPr/>
        </p:nvCxnSpPr>
        <p:spPr>
          <a:xfrm>
            <a:off x="2996864" y="3541841"/>
            <a:ext cx="2469472" cy="10809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E2EE6A4-4F63-8027-DCAD-5F12E75890ED}"/>
              </a:ext>
            </a:extLst>
          </p:cNvPr>
          <p:cNvSpPr txBox="1">
            <a:spLocks/>
          </p:cNvSpPr>
          <p:nvPr/>
        </p:nvSpPr>
        <p:spPr>
          <a:xfrm>
            <a:off x="186266" y="5461000"/>
            <a:ext cx="5280070" cy="1227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Uso do Display LCD</a:t>
            </a:r>
          </a:p>
          <a:p>
            <a:pPr marL="0" indent="0">
              <a:buNone/>
            </a:pPr>
            <a:r>
              <a:rPr lang="pt-BR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LiquidCrystal</a:t>
            </a:r>
            <a:r>
              <a:rPr lang="pt-BR" sz="1800" dirty="0"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RS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EN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D4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D5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D6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D7</a:t>
            </a:r>
            <a:r>
              <a:rPr lang="pt-BR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t-BR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LiquidCrystal</a:t>
            </a:r>
            <a:r>
              <a:rPr lang="pt-BR" sz="1800" dirty="0"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33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23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22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21</a:t>
            </a:r>
            <a:r>
              <a:rPr lang="pt-BR" sz="1800" dirty="0">
                <a:latin typeface="Consolas" panose="020B0609020204030204" pitchFamily="49" charset="0"/>
              </a:rPr>
              <a:t>, </a:t>
            </a:r>
            <a:r>
              <a:rPr lang="pt-BR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18</a:t>
            </a:r>
            <a:r>
              <a:rPr lang="pt-BR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pt-BR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60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83FC-4846-6CF0-6A49-DA92F9C1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44922-393A-5785-B327-34CAA850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Principais componentes da PCB do </a:t>
            </a:r>
            <a:r>
              <a:rPr lang="pt-BR" dirty="0" err="1"/>
              <a:t>Kit_IoT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0F4A5E-875E-A219-2E9B-DB13B49D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194062"/>
            <a:ext cx="5706534" cy="5443802"/>
          </a:xfrm>
        </p:spPr>
        <p:txBody>
          <a:bodyPr/>
          <a:lstStyle/>
          <a:p>
            <a:r>
              <a:rPr lang="pt-BR" dirty="0"/>
              <a:t>Utilização dos </a:t>
            </a:r>
            <a:r>
              <a:rPr lang="pt-BR" dirty="0" err="1"/>
              <a:t>Push-buttons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0471707-A19A-CE25-0E57-79D3E59ED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02655" y="1034601"/>
            <a:ext cx="5749414" cy="57627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F72896-0478-D365-0AAA-F10C65E0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76" y="2039782"/>
            <a:ext cx="5353797" cy="2219635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E1B7048-2AB4-4736-541D-2B1BE4350E0C}"/>
              </a:ext>
            </a:extLst>
          </p:cNvPr>
          <p:cNvSpPr/>
          <p:nvPr/>
        </p:nvSpPr>
        <p:spPr>
          <a:xfrm>
            <a:off x="6235703" y="5029199"/>
            <a:ext cx="2942164" cy="973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620D22B-8F6D-5E95-7591-88D5CE2486B5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068589" y="4883075"/>
            <a:ext cx="3167114" cy="6329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7C5B0012-492F-CB0A-FFAE-835218BDEC41}"/>
              </a:ext>
            </a:extLst>
          </p:cNvPr>
          <p:cNvSpPr/>
          <p:nvPr/>
        </p:nvSpPr>
        <p:spPr>
          <a:xfrm>
            <a:off x="661937" y="4363735"/>
            <a:ext cx="1024467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GPIO-0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176F72E-01EA-021D-CFD8-BEF6442F932A}"/>
              </a:ext>
            </a:extLst>
          </p:cNvPr>
          <p:cNvSpPr/>
          <p:nvPr/>
        </p:nvSpPr>
        <p:spPr>
          <a:xfrm>
            <a:off x="1850735" y="4363734"/>
            <a:ext cx="1024467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GPIO-4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30DF537-C6D2-E3AF-534A-AF4F9552E8AE}"/>
              </a:ext>
            </a:extLst>
          </p:cNvPr>
          <p:cNvSpPr/>
          <p:nvPr/>
        </p:nvSpPr>
        <p:spPr>
          <a:xfrm>
            <a:off x="3039533" y="4355267"/>
            <a:ext cx="1024467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GPIO-16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D3202F-CD4B-6629-02B9-186198C0BE3B}"/>
              </a:ext>
            </a:extLst>
          </p:cNvPr>
          <p:cNvSpPr/>
          <p:nvPr/>
        </p:nvSpPr>
        <p:spPr>
          <a:xfrm>
            <a:off x="4228331" y="4355267"/>
            <a:ext cx="1024467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GPIO-17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3347618-9247-E88E-200A-EC9DB7D830CC}"/>
              </a:ext>
            </a:extLst>
          </p:cNvPr>
          <p:cNvSpPr/>
          <p:nvPr/>
        </p:nvSpPr>
        <p:spPr>
          <a:xfrm>
            <a:off x="215322" y="1912895"/>
            <a:ext cx="5706534" cy="2970180"/>
          </a:xfrm>
          <a:prstGeom prst="roundRect">
            <a:avLst>
              <a:gd name="adj" fmla="val 697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15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111C-6F3F-2DC7-BD7F-00617FF3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671DA-29E9-343D-6E5C-DC79BC2C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dirty="0"/>
              <a:t>Principais componentes da PCB do </a:t>
            </a:r>
            <a:r>
              <a:rPr lang="pt-BR" dirty="0" err="1"/>
              <a:t>Kit_IoT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785E29-97BC-7BA8-6870-37A911D46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1194062"/>
            <a:ext cx="5706534" cy="5443802"/>
          </a:xfrm>
        </p:spPr>
        <p:txBody>
          <a:bodyPr/>
          <a:lstStyle/>
          <a:p>
            <a:r>
              <a:rPr lang="pt-BR" dirty="0"/>
              <a:t>Utilização dos </a:t>
            </a:r>
            <a:r>
              <a:rPr lang="pt-BR" dirty="0" err="1"/>
              <a:t>POTs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9BC7DE3-4B88-EF84-D01A-2E3552B3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102655" y="1034601"/>
            <a:ext cx="5749414" cy="5762723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0266623-3D2D-FC7B-22B8-01BF7ADE56A5}"/>
              </a:ext>
            </a:extLst>
          </p:cNvPr>
          <p:cNvSpPr/>
          <p:nvPr/>
        </p:nvSpPr>
        <p:spPr>
          <a:xfrm>
            <a:off x="8915400" y="4883075"/>
            <a:ext cx="1557868" cy="973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9A3A196-494D-8774-9C05-71BE22678BB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717800" y="4775199"/>
            <a:ext cx="6197600" cy="6604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BDED4CBB-19F4-EB03-1F07-1EB8E01102CA}"/>
              </a:ext>
            </a:extLst>
          </p:cNvPr>
          <p:cNvSpPr/>
          <p:nvPr/>
        </p:nvSpPr>
        <p:spPr>
          <a:xfrm>
            <a:off x="1295407" y="4170852"/>
            <a:ext cx="1464923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ADC GPIO-19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C76AF7-1D23-E0B1-4515-D6AB07C52226}"/>
              </a:ext>
            </a:extLst>
          </p:cNvPr>
          <p:cNvSpPr/>
          <p:nvPr/>
        </p:nvSpPr>
        <p:spPr>
          <a:xfrm>
            <a:off x="2951403" y="4170853"/>
            <a:ext cx="1177057" cy="431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LCD-CONT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40B55E4-3451-DA4C-F231-305D9C94D2FE}"/>
              </a:ext>
            </a:extLst>
          </p:cNvPr>
          <p:cNvSpPr/>
          <p:nvPr/>
        </p:nvSpPr>
        <p:spPr>
          <a:xfrm>
            <a:off x="1041400" y="1803400"/>
            <a:ext cx="3352799" cy="2971799"/>
          </a:xfrm>
          <a:prstGeom prst="roundRect">
            <a:avLst>
              <a:gd name="adj" fmla="val 697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DF2D24F-7DF2-0776-A6FD-65D90292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21" y="1974925"/>
            <a:ext cx="2867425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35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14760</TotalTime>
  <Words>198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Tema do Office</vt:lpstr>
      <vt:lpstr>Introdução ao IoT</vt:lpstr>
      <vt:lpstr>Introdução ao Kit_IoT-Senai Timbó</vt:lpstr>
      <vt:lpstr>Principais componentes da PCB do Kit_IoT</vt:lpstr>
      <vt:lpstr>Localizando os principais componentes na PCB</vt:lpstr>
      <vt:lpstr>Configuração das Micro-chaves do Kit_IoT</vt:lpstr>
      <vt:lpstr>Configuração das Micro-chaves do Kit_IoT</vt:lpstr>
      <vt:lpstr>Principais componentes da PCB do Kit_IoT</vt:lpstr>
      <vt:lpstr>Principais componentes da PCB do Kit_IoT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IoT</dc:title>
  <dc:creator>Gerson Trindade</dc:creator>
  <cp:lastModifiedBy>Gerson Trindade</cp:lastModifiedBy>
  <cp:revision>16</cp:revision>
  <dcterms:created xsi:type="dcterms:W3CDTF">2024-02-26T13:38:37Z</dcterms:created>
  <dcterms:modified xsi:type="dcterms:W3CDTF">2025-08-12T20:01:25Z</dcterms:modified>
</cp:coreProperties>
</file>