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0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2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Protocolos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Comunicação WiFi com o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Utilizando a biblioteca </a:t>
            </a:r>
            <a:r>
              <a:rPr lang="pt-BR" sz="1600">
                <a:solidFill>
                  <a:schemeClr val="tx1"/>
                </a:solidFill>
              </a:rPr>
              <a:t>WiFiManager</a:t>
            </a:r>
            <a:endParaRPr lang="pt-BR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Módulo 3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Protocolos de Comunicação WiFi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Usando o </a:t>
            </a:r>
            <a:r>
              <a:rPr lang="pt-BR" sz="3100" b="1" dirty="0" err="1">
                <a:solidFill>
                  <a:schemeClr val="bg1"/>
                </a:solidFill>
              </a:rPr>
              <a:t>WiFiManager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</a:t>
            </a:r>
            <a:r>
              <a:rPr lang="pt-BR" dirty="0" err="1"/>
              <a:t>WiFiManager</a:t>
            </a:r>
            <a:br>
              <a:rPr lang="pt-BR" dirty="0"/>
            </a:br>
            <a:r>
              <a:rPr lang="pt-BR" sz="2000" dirty="0"/>
              <a:t>WiFi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31597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Como funciona o </a:t>
            </a:r>
            <a:r>
              <a:rPr lang="pt-BR" sz="2000" dirty="0" err="1"/>
              <a:t>WifiManager</a:t>
            </a: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Neste tópico vamos abordar o uso do </a:t>
            </a:r>
            <a:r>
              <a:rPr lang="pt-BR" sz="2000" dirty="0" err="1"/>
              <a:t>WifiManager</a:t>
            </a:r>
            <a:r>
              <a:rPr lang="pt-BR" sz="2000" dirty="0"/>
              <a:t> com ESP32. O </a:t>
            </a:r>
            <a:r>
              <a:rPr lang="pt-BR" sz="2000" b="1" dirty="0" err="1"/>
              <a:t>WifiManager</a:t>
            </a:r>
            <a:r>
              <a:rPr lang="pt-BR" sz="2000" dirty="0"/>
              <a:t> é uma biblioteca que permite a configuração da rede </a:t>
            </a:r>
            <a:r>
              <a:rPr lang="pt-BR" sz="2000" dirty="0" err="1"/>
              <a:t>Wifi</a:t>
            </a:r>
            <a:r>
              <a:rPr lang="pt-BR" sz="2000" dirty="0"/>
              <a:t> do seu módulo sem que seja necessário carregar o código novamente.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Geralmente, quando criamos um código para os módulos ESP, temos as famosas linhas com “Coloque aqui o nome da sua rede </a:t>
            </a:r>
            <a:r>
              <a:rPr lang="pt-BR" sz="2000" dirty="0" err="1"/>
              <a:t>wifi</a:t>
            </a:r>
            <a:r>
              <a:rPr lang="pt-BR" sz="2000" dirty="0"/>
              <a:t>” e “coloque aqui a senha da sua rede </a:t>
            </a:r>
            <a:r>
              <a:rPr lang="pt-BR" sz="2000" dirty="0" err="1"/>
              <a:t>wifi</a:t>
            </a:r>
            <a:r>
              <a:rPr lang="pt-BR" sz="2000" dirty="0"/>
              <a:t>”. Mais ou menos assim: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8FB03A6-66C2-97C2-4B92-34878FC0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22" y="4825999"/>
            <a:ext cx="11026078" cy="1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 err="1"/>
              <a:t>WiFi</a:t>
            </a:r>
            <a:r>
              <a:rPr lang="pt-BR" sz="2000" dirty="0"/>
              <a:t>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47472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Isso não é muito prático se você for usar o módulo em diferentes redes wireless, ou precisa enviar o seu projeto de Automação Residencial ou IoT (Internet das Coisas) para um cliente. Imagine que ele precise alterar o nome da rede ou a senha. Normalmente, ele teria que retirar o ESP do circuito, reprogramar e devolver o módulo para o seu lugar.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 o </a:t>
            </a:r>
            <a:r>
              <a:rPr lang="pt-BR" sz="2000" dirty="0" err="1"/>
              <a:t>WifiManager</a:t>
            </a:r>
            <a:r>
              <a:rPr lang="pt-BR" sz="2000" dirty="0"/>
              <a:t>, você configura o ESP32 por meio de uma página Web, gravando o SSID (nome da rede </a:t>
            </a:r>
            <a:r>
              <a:rPr lang="pt-BR" sz="2000" dirty="0" err="1"/>
              <a:t>wifi</a:t>
            </a:r>
            <a:r>
              <a:rPr lang="pt-BR" sz="2000" dirty="0"/>
              <a:t>) e senha em memória não volátil, ou seja, ao desligar a alimentação do ESP, essa informação não é perdida.</a:t>
            </a:r>
          </a:p>
        </p:txBody>
      </p:sp>
    </p:spTree>
    <p:extLst>
      <p:ext uri="{BB962C8B-B14F-4D97-AF65-F5344CB8AC3E}">
        <p14:creationId xmlns:p14="http://schemas.microsoft.com/office/powerpoint/2010/main" val="18487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 err="1"/>
              <a:t>WiFi</a:t>
            </a:r>
            <a:r>
              <a:rPr lang="pt-BR" sz="2000" dirty="0"/>
              <a:t>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018978" cy="47980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Utilizando um smartphone, um computador ou um tablet, em poucos minutos você pode alterar a configuração da rede wireless do seu módulo sem precisar mexer em uma única linha de código.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 o </a:t>
            </a:r>
            <a:r>
              <a:rPr lang="pt-BR" sz="2000" dirty="0" err="1"/>
              <a:t>WifiManager</a:t>
            </a:r>
            <a:r>
              <a:rPr lang="pt-BR" sz="2000" dirty="0"/>
              <a:t>, você também pode definir outros parâmetros para configuração do seu ESP, como por exemplo o endereço de um broker MQTT.</a:t>
            </a:r>
          </a:p>
        </p:txBody>
      </p:sp>
      <p:pic>
        <p:nvPicPr>
          <p:cNvPr id="2050" name="Picture 2" descr="Circuito em funcionamento">
            <a:extLst>
              <a:ext uri="{FF2B5EF4-FFF2-40B4-BE49-F238E27FC236}">
                <a16:creationId xmlns:a16="http://schemas.microsoft.com/office/drawing/2014/main" id="{C97EA07C-77BD-37A1-BDF7-C47B306EA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2426493"/>
            <a:ext cx="6368074" cy="286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33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WiFi Manager utilizando o kit </a:t>
            </a:r>
            <a:r>
              <a:rPr lang="pt-BR" sz="2000" dirty="0" err="1"/>
              <a:t>Mini-estação</a:t>
            </a:r>
            <a:r>
              <a:rPr lang="pt-BR" sz="2000" dirty="0"/>
              <a:t> IoT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133278" cy="487427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Vamos utilizar nos testes do </a:t>
            </a:r>
            <a:r>
              <a:rPr lang="pt-BR" sz="2000" dirty="0" err="1"/>
              <a:t>WifiManager</a:t>
            </a:r>
            <a:r>
              <a:rPr lang="pt-BR" sz="2000" dirty="0"/>
              <a:t> o módulo ESP32 WROOM 32U. Você pode utilizar o KIT-IoT para executar o experimento, e o circuito básico para isso está mostrado na figura ao lado. O circuito é simples e é composto de um único botão com resistor de PULL-UP ligado a uma das entradas digitais do ESP32 (você pode utilizar nesse experimento o botão da esquerda conectado na GPIO 0 [ SW1 do KIT-IoT ] 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4F252A-1EA9-DF81-4C2D-D6C5E8B7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270" y="1564630"/>
            <a:ext cx="6056272" cy="395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5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Instalação da biblioteca WiFi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133278" cy="487427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Existem várias bibliotecas para você utilizar o </a:t>
            </a:r>
            <a:r>
              <a:rPr lang="pt-BR" sz="2000" dirty="0" err="1"/>
              <a:t>WifiManager</a:t>
            </a:r>
            <a:r>
              <a:rPr lang="pt-BR" sz="2000" dirty="0"/>
              <a:t>, inclusive para placas como STM32 e </a:t>
            </a:r>
            <a:r>
              <a:rPr lang="pt-BR" sz="2000" dirty="0" err="1"/>
              <a:t>Raspberry</a:t>
            </a:r>
            <a:r>
              <a:rPr lang="pt-BR" sz="2000" dirty="0"/>
              <a:t> Pi Pico. A biblioteca que será utilizada neste experimento é bem simples de usar e vai servir perfeitamente para os testes.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Para instalar a biblioteca, utilize o Gerenciador de Bibliotecas dentro do menu Sketch -&gt; Incluir Biblioteca -&gt; Gerenciar Bibliotecas.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Dentro do Gerenciador de Bibliotecas, procure por </a:t>
            </a:r>
            <a:r>
              <a:rPr lang="pt-BR" sz="2000" dirty="0" err="1"/>
              <a:t>wifimanager</a:t>
            </a:r>
            <a:r>
              <a:rPr lang="pt-BR" sz="2000" dirty="0"/>
              <a:t> e selecione a biblioteca:</a:t>
            </a:r>
          </a:p>
        </p:txBody>
      </p:sp>
      <p:pic>
        <p:nvPicPr>
          <p:cNvPr id="3074" name="Picture 2" descr="Instalação biblioteca WifiManager na IDE Arduino">
            <a:extLst>
              <a:ext uri="{FF2B5EF4-FFF2-40B4-BE49-F238E27FC236}">
                <a16:creationId xmlns:a16="http://schemas.microsoft.com/office/drawing/2014/main" id="{B645C61B-118E-9300-CF8F-696007C40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163" y="1344613"/>
            <a:ext cx="3495675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627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344614"/>
            <a:ext cx="11407078" cy="5208586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A seguir apresentaremos o código comentado para uso da biblioteca </a:t>
            </a:r>
            <a:r>
              <a:rPr lang="pt-BR" sz="2000" dirty="0" err="1"/>
              <a:t>Wifi</a:t>
            </a:r>
            <a:r>
              <a:rPr lang="pt-BR" sz="2000" dirty="0"/>
              <a:t> Manager. Vamos utilizar como pino de reset no programa o GPIO 0, que é a conexão com o botão da esquerda na placa do kit-IoT. Se necessário, você pode utilizar outros pinos, sem problemas. Apenas consulte a documentação do módulo pois alguns pinos tem funções especiais que podem interferir no funcionamento do circuito e do programa.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programa usa a </a:t>
            </a:r>
            <a:r>
              <a:rPr lang="pt-BR" sz="2000" dirty="0" err="1"/>
              <a:t>WifiManager</a:t>
            </a:r>
            <a:r>
              <a:rPr lang="pt-BR" sz="2000" dirty="0"/>
              <a:t> para criar um AP (Access Point) com o nome de “</a:t>
            </a:r>
            <a:r>
              <a:rPr lang="pt-BR" sz="2000" b="1" dirty="0"/>
              <a:t>ESP32_Config”</a:t>
            </a:r>
            <a:r>
              <a:rPr lang="pt-BR" sz="2000" dirty="0"/>
              <a:t>, com senha “</a:t>
            </a:r>
            <a:r>
              <a:rPr lang="pt-BR" sz="2000" b="1" dirty="0"/>
              <a:t>12345678</a:t>
            </a:r>
            <a:r>
              <a:rPr lang="pt-BR" sz="2000" dirty="0"/>
              <a:t>”(</a:t>
            </a:r>
            <a:r>
              <a:rPr lang="pt-BR" sz="2000" dirty="0" err="1"/>
              <a:t>obs</a:t>
            </a:r>
            <a:r>
              <a:rPr lang="pt-BR" sz="2000" dirty="0"/>
              <a:t>: adicione um número no # em “ESP32_Config_#” para diferenciar o AP dos experimentos de cada KIT-IoT). É nesse AP que vamos conectar para configurar o </a:t>
            </a:r>
            <a:r>
              <a:rPr lang="pt-BR" sz="2000" dirty="0" err="1"/>
              <a:t>Wifi</a:t>
            </a:r>
            <a:r>
              <a:rPr lang="pt-BR" sz="2000" dirty="0"/>
              <a:t> dos módulos. </a:t>
            </a:r>
          </a:p>
        </p:txBody>
      </p:sp>
    </p:spTree>
    <p:extLst>
      <p:ext uri="{BB962C8B-B14F-4D97-AF65-F5344CB8AC3E}">
        <p14:creationId xmlns:p14="http://schemas.microsoft.com/office/powerpoint/2010/main" val="35901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81A6F3-2680-CD3D-F4AB-605E729AC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146299"/>
            <a:ext cx="10440000" cy="56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9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DC6FD9-4D8F-15FF-65EF-1A2EDC6C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146299"/>
            <a:ext cx="10440000" cy="56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94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EE693F-E7BF-470C-8927-73DDDDDC2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052300"/>
            <a:ext cx="10440000" cy="56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5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373B31-5BEF-2FEF-2A9B-99E99D9B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049654"/>
            <a:ext cx="10440000" cy="56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04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16942</TotalTime>
  <Words>741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       Introdução ao ESP32  Módulo 3 Protocolos de Comunicação WiFi Usando o WiFiManager  </vt:lpstr>
      <vt:lpstr>ESP32 – Comunicação de dados – WiFiManager WiFi Manager</vt:lpstr>
      <vt:lpstr>ESP32 – Comunicação de dados – WiFi WiFi Manager</vt:lpstr>
      <vt:lpstr>ESP32 – Comunicação de dados – WiFi WiFi Manager</vt:lpstr>
      <vt:lpstr>ESP32 – Circuito Wifi Manager com ESP32 WiFi Manager utilizando o kit Mini-estação IoT</vt:lpstr>
      <vt:lpstr>ESP32 – Circuito Wifi Manager com ESP32 Instalação da biblioteca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50</cp:revision>
  <dcterms:created xsi:type="dcterms:W3CDTF">2024-03-06T19:24:45Z</dcterms:created>
  <dcterms:modified xsi:type="dcterms:W3CDTF">2025-09-01T22:08:50Z</dcterms:modified>
</cp:coreProperties>
</file>