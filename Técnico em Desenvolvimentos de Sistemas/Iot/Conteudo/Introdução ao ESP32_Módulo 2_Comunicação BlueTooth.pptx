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430" r:id="rId4"/>
    <p:sldId id="347" r:id="rId5"/>
    <p:sldId id="328" r:id="rId6"/>
    <p:sldId id="336" r:id="rId7"/>
    <p:sldId id="337" r:id="rId8"/>
    <p:sldId id="330" r:id="rId9"/>
    <p:sldId id="331" r:id="rId10"/>
    <p:sldId id="332" r:id="rId11"/>
    <p:sldId id="333" r:id="rId12"/>
    <p:sldId id="334" r:id="rId13"/>
    <p:sldId id="329" r:id="rId14"/>
    <p:sldId id="338" r:id="rId15"/>
    <p:sldId id="339" r:id="rId16"/>
    <p:sldId id="342" r:id="rId17"/>
    <p:sldId id="343" r:id="rId18"/>
    <p:sldId id="344" r:id="rId19"/>
    <p:sldId id="345" r:id="rId20"/>
    <p:sldId id="340" r:id="rId21"/>
    <p:sldId id="34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65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04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77F12-8EE0-8E50-6ECB-D38E56DE7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3CD66B-EDC8-3ED5-A1CF-B2E400FD8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FE579-A359-287A-A837-B13A236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5D2A1A-D7B2-4AD7-8D7C-2C544DD5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37BF57-3315-A5F8-1EF8-8749563E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52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82C14-CD9A-DC61-A5AE-D1E0CA40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22F9D-C50F-9596-F1CA-DB8B54B0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BBB9C8-608B-26F4-A3AF-BB65E8C5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33CA5-494F-CD2E-E2B6-81505B49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225F60-DE34-6DE7-7933-68E069A1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785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9437C-127F-F641-27E8-5D55BBF1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108DD9-6797-0C6D-43C0-75A74095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61D9AA-2158-ACF0-58CC-53312898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7F800-7CE1-F471-4B19-51359988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DDFCC5-95CA-550A-1D92-0473EC0B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8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4F8A-C340-D25A-3307-AC036893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9CA43-91C9-5FFF-AF5E-D2D22B338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6EE5E7-7BAF-2D22-98C0-0138689B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A7F4DA-4FCE-F500-8E3F-23E6D11D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324529-3F06-24C4-2079-3151D34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4DB876-1C4E-2E00-4545-1D7B84D9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49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1E15C-B7CD-4112-3E10-11E0AD93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963B4F-F9B7-0B27-C4A4-482FD1E4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F24E23-E25E-FB19-A025-55E4C5AD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BCCDF7-D0B2-2CEE-925D-375002946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B96BFB-0597-2899-0A5B-601FC0479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570746-AA74-6E87-5C77-3CFEBBD4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89DD85-1609-6018-E4DE-F96792C9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AA0A08-5A31-13C0-DEB1-92742DC9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5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BD8C-CB28-6CED-A850-4F28C2DC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E66B48-CDA4-5812-843E-D58A5B38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5CD797-ABFE-7C45-3E1B-CE79B0B9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C3D140-F6A3-3C9D-0A61-036BC37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82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1463AE-71D0-FBCE-E22E-BFC81E1F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9416B0-09A0-C4C3-9B59-ABFF6C6C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4AE6C0-B075-BF69-768C-380DC573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69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D2DB4-DFDD-D2C7-1B39-DFA9F05B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A33A0-F3CB-BCF4-AE5C-79B340DC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3052FA-6508-FD7F-2B3C-549733B16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25367E-EAEA-005B-953F-2DE90841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0F1F40-6DED-1D3F-93C8-E7DA5DC2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02AB35-1110-7E25-5B15-0BEF75D8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30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E4397-122B-6FA3-E200-70E0FBD1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8D91E8-2EE6-4961-D979-5081A134E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18ECCB-3E03-7281-F88B-C514532B3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6043D-DB25-6668-04C2-1B559B83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EAEDF7-3D4B-6FD9-76D4-47ACB343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AF269A-CCDB-77A1-DCAF-E90B7C4C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4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18F72-92EC-9E4B-EB63-4F588951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C1D420-27A1-4694-9E7D-59889B3BD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F7909A-0877-D744-8345-1990B66D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2BFE1-194E-BD80-742F-90624BFF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FB879-1851-C773-6C0E-83B23D16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93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72EE07-858A-8227-1D24-397353224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227C95-1CB3-172B-9AF5-88FD91BA4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63B77-57DB-05D7-D74F-02EBA389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C777C8-A372-3932-DB99-E111D87D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95311-C9DA-BE06-10E2-B72F25CB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7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[CT] Capa seçã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DE81F09-77C8-8AF0-5309-80196C62291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1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CT] Slide de título">
  <p:cSld name="[CT] Slide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CEB2130B-4070-CED1-DDE7-819F542A07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2833" y="960000"/>
            <a:ext cx="4326400" cy="20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871B8210-007B-E15F-BD9F-610FFA7BAF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2833" y="3418333"/>
            <a:ext cx="3808400" cy="29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2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5DD460-A6E3-4CD0-BC45-69DA3306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261D1-5E1A-A1CA-50B6-8005BC04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DB802-9D30-E343-B18C-CC86F0C40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69B10-818D-5F86-A4A1-572292535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91260-D1CE-234F-8EF1-6C6978901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DE623-C3E1-33FE-7D53-E07BA4540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4" y="1157224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16945-07C5-AE4B-36F4-5F34ADDB4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224" y="3418333"/>
            <a:ext cx="5122921" cy="2933200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90F59656-152D-A34A-5580-73AD5801B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81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CE3-E0A2-2679-9830-89AA0063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E163-F368-8F03-864D-9727B010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645" y="379182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9B7A0-ADDB-CDDE-C5A8-B2D54A18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45" y="2503932"/>
            <a:ext cx="5122921" cy="3974885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  <a:p>
            <a:endParaRPr lang="pt-BR" dirty="0"/>
          </a:p>
          <a:p>
            <a:r>
              <a:rPr lang="pt-BR" dirty="0"/>
              <a:t>Aula 09: 4 horas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Protocolos de Comunicação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Comunicação </a:t>
            </a:r>
            <a:r>
              <a:rPr lang="pt-BR" sz="1600" dirty="0" err="1">
                <a:solidFill>
                  <a:schemeClr val="tx1"/>
                </a:solidFill>
              </a:rPr>
              <a:t>BlueTooth</a:t>
            </a:r>
            <a:r>
              <a:rPr lang="pt-BR" sz="1600" dirty="0">
                <a:solidFill>
                  <a:schemeClr val="tx1"/>
                </a:solidFill>
              </a:rPr>
              <a:t> com o 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endParaRPr lang="pt-BR" dirty="0"/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B73DB14A-CDD9-C378-78B0-4E0D22042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6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mparação Entre Protocolos de Comunicação Serial - Tutoriais - RoboCore">
            <a:extLst>
              <a:ext uri="{FF2B5EF4-FFF2-40B4-BE49-F238E27FC236}">
                <a16:creationId xmlns:a16="http://schemas.microsoft.com/office/drawing/2014/main" id="{076A289A-8B7E-127B-081B-79FAA29A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298310"/>
            <a:ext cx="38100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ção de comunicação do ícone bluetooth | Vetor Premium">
            <a:extLst>
              <a:ext uri="{FF2B5EF4-FFF2-40B4-BE49-F238E27FC236}">
                <a16:creationId xmlns:a16="http://schemas.microsoft.com/office/drawing/2014/main" id="{1CD22AB6-8EA9-C07E-12DD-AD310236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589" y="1528762"/>
            <a:ext cx="2117725" cy="211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uia de configuração da rede EDUROAM — IFRN - Instituto Federal do Rio  Grande do Norte">
            <a:extLst>
              <a:ext uri="{FF2B5EF4-FFF2-40B4-BE49-F238E27FC236}">
                <a16:creationId xmlns:a16="http://schemas.microsoft.com/office/drawing/2014/main" id="{D007F543-2AD9-A08F-A6DB-87E01F94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463576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P32: Detalhes internos e pinagem - Fernando K Tecnologia">
            <a:extLst>
              <a:ext uri="{FF2B5EF4-FFF2-40B4-BE49-F238E27FC236}">
                <a16:creationId xmlns:a16="http://schemas.microsoft.com/office/drawing/2014/main" id="{464D7BF0-9FC6-79F0-4427-175C1374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898" y="1285610"/>
            <a:ext cx="50673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0636E9-2F09-EBDA-B2ED-77D88E37A60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16DEB-0410-4165-008C-0E85E4D8B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000"/>
            <a:ext cx="12192000" cy="6858000"/>
          </a:xfrm>
        </p:spPr>
        <p:txBody>
          <a:bodyPr>
            <a:normAutofit fontScale="90000"/>
          </a:bodyPr>
          <a:lstStyle/>
          <a:p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r>
              <a:rPr lang="pt-BR" sz="8000" b="1" dirty="0">
                <a:solidFill>
                  <a:schemeClr val="bg1"/>
                </a:solidFill>
              </a:rPr>
              <a:t>Introdução ao ESP32</a:t>
            </a:r>
            <a:br>
              <a:rPr lang="pt-BR" sz="8000" b="1" dirty="0">
                <a:solidFill>
                  <a:schemeClr val="bg1"/>
                </a:solidFill>
              </a:rPr>
            </a:br>
            <a:br>
              <a:rPr lang="pt-BR" sz="80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Módulo 2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Protocolos de Comunicação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 err="1">
                <a:solidFill>
                  <a:schemeClr val="bg1"/>
                </a:solidFill>
              </a:rPr>
              <a:t>BlueTooth</a:t>
            </a:r>
            <a:br>
              <a:rPr lang="pt-BR" sz="3100" b="1" dirty="0">
                <a:solidFill>
                  <a:schemeClr val="bg1"/>
                </a:solidFill>
              </a:rPr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988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1F8C9D4-E78E-FEB9-003A-13A518A1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Comunicação de dados - BLUETOOTH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1E200C-0DDB-C174-EE0D-960A0E2F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7203377" cy="435490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que é o BLUETOOTH?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Bluetooth é uma tecnologia de comunicação sem fio desenvolvida pela empresa de telecomunicações Ericsson, em 1994.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Ela permite a troca de dados e arquivos entre celulares, computadores, </a:t>
            </a:r>
            <a:r>
              <a:rPr lang="pt-BR" sz="2000" dirty="0" err="1"/>
              <a:t>sacanners</a:t>
            </a:r>
            <a:r>
              <a:rPr lang="pt-BR" sz="2000" dirty="0"/>
              <a:t>, fones de ouvido e demais dispositivos de forma rápida e segura.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A tecnologia foi batizada Bluetooth em homenagem a um antigo rei da Dinamarca e da Noruega, Harold </a:t>
            </a:r>
            <a:r>
              <a:rPr lang="pt-BR" sz="2000" dirty="0" err="1"/>
              <a:t>Blatand</a:t>
            </a:r>
            <a:r>
              <a:rPr lang="pt-BR" sz="2000" dirty="0"/>
              <a:t> (em inglês, Harold Bluetooth).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logotipo e símbolo do Bluetooth também é baseado no nome de Harold, já que é formado pela união das runas nórdicas </a:t>
            </a:r>
            <a:r>
              <a:rPr lang="pt-BR" sz="2000" dirty="0" err="1"/>
              <a:t>Hagall</a:t>
            </a:r>
            <a:r>
              <a:rPr lang="pt-BR" sz="2000" dirty="0"/>
              <a:t> e </a:t>
            </a:r>
            <a:r>
              <a:rPr lang="pt-BR" sz="2000" dirty="0" err="1"/>
              <a:t>Berkanan</a:t>
            </a:r>
            <a:r>
              <a:rPr lang="pt-BR" sz="2000" dirty="0"/>
              <a:t>, correspondentes às iniciais do nome do rei, “H” e “B”, respectivamente.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A8DE145-8640-D49B-9978-5DFE8F1A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619" y="2491651"/>
            <a:ext cx="3662558" cy="250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5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1F8C9D4-E78E-FEB9-003A-13A518A1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Comunicação de dados - BLUETOOTH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1E200C-0DDB-C174-EE0D-960A0E2F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7203377" cy="435490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Essa tecnologia opera por radiofrequência e é dividida em três principais classes: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b="1" dirty="0"/>
              <a:t>Classe 1</a:t>
            </a:r>
            <a:r>
              <a:rPr lang="pt-BR" sz="2000" dirty="0"/>
              <a:t>: potência máxima de 100 mW com alcance de até 100 metros;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b="1" dirty="0"/>
              <a:t>Classe 2</a:t>
            </a:r>
            <a:r>
              <a:rPr lang="pt-BR" sz="2000" dirty="0"/>
              <a:t>: potência máxima de 2.5 mW com alcance de até 10 metros.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b="1" dirty="0"/>
              <a:t>Classe 3</a:t>
            </a:r>
            <a:r>
              <a:rPr lang="pt-BR" sz="2000" dirty="0"/>
              <a:t>: potência máxima de 1 mW com alcance de até 1 metro.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Há ainda a classe 4, que é destinada a dispositivos que consomem muito pouca energia: sua potência é de 0,5 mW e o alcance de meio metro aproximadamente.</a:t>
            </a:r>
          </a:p>
        </p:txBody>
      </p:sp>
      <p:pic>
        <p:nvPicPr>
          <p:cNvPr id="8194" name="Picture 2" descr="ESP32 Bluetooth Tutorial | How to Use Inbuilt Bluetooth of ESP32 : 5 Steps  - Instructables">
            <a:extLst>
              <a:ext uri="{FF2B5EF4-FFF2-40B4-BE49-F238E27FC236}">
                <a16:creationId xmlns:a16="http://schemas.microsoft.com/office/drawing/2014/main" id="{B3BB4C33-8A54-337E-602E-6A65B9316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483" y="1764771"/>
            <a:ext cx="3831695" cy="383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109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1F8C9D4-E78E-FEB9-003A-13A518A1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Instalando o App Bluetooth Eletronics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C9BCC1-1E49-9932-3B53-085A61F2F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51" y="1564630"/>
            <a:ext cx="2986435" cy="48641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35EDF4D-5A7B-3201-1B5F-4BFB9D878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532" y="1564630"/>
            <a:ext cx="48641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49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83A0E2A-AB9F-46C5-52F8-C88088412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148818"/>
            <a:ext cx="9000000" cy="50625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F0FECCC2-54EC-AA8C-AEF4-BDC03EC90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Bluetooth Eletronics – Tela inicial</a:t>
            </a:r>
          </a:p>
        </p:txBody>
      </p:sp>
    </p:spTree>
    <p:extLst>
      <p:ext uri="{BB962C8B-B14F-4D97-AF65-F5344CB8AC3E}">
        <p14:creationId xmlns:p14="http://schemas.microsoft.com/office/powerpoint/2010/main" val="214520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B963F0E-4CD4-F56D-CA28-BF2A486C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498599"/>
            <a:ext cx="9000000" cy="50625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C44AFDA-CA47-260E-9699-EADDD858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Bluetooth Eletronics – </a:t>
            </a:r>
            <a:r>
              <a:rPr lang="pt-BR" sz="3600" dirty="0"/>
              <a:t>Editando componentes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5474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7AD2FAC-2E1B-317E-35DF-69F93262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303867"/>
            <a:ext cx="9000000" cy="50625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EDEE397-9257-8D9C-0991-9BDBBF82D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Bluetooth Eletronics – </a:t>
            </a:r>
            <a:r>
              <a:rPr lang="pt-BR" sz="3600" dirty="0"/>
              <a:t>Pareando dispositivos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929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494971F-A5FA-5C7E-A51A-A4A74C9E3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507066"/>
            <a:ext cx="9000000" cy="50625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0898D5B-07FD-3511-F6BB-02BA709BA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Bluetooth Eletronics – </a:t>
            </a:r>
            <a:r>
              <a:rPr lang="pt-BR" sz="3600" dirty="0"/>
              <a:t>Bluetooth Classic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72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BF008E-733A-7B35-6F22-5BB11B0C7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464733"/>
            <a:ext cx="9000000" cy="50625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3CD186D-C0D5-4071-C01E-E8175F18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Bluetooth Eletronics – </a:t>
            </a:r>
            <a:r>
              <a:rPr lang="pt-BR" sz="3600" dirty="0"/>
              <a:t>Compondo aplicações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4140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88C0483-DC77-C05B-9E42-AACAF578D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298574"/>
            <a:ext cx="9000000" cy="50625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3F670B5-6A32-1F56-0C79-9D7CAACB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Bluetooth Eletronics – </a:t>
            </a:r>
            <a:r>
              <a:rPr lang="pt-BR" sz="3600" dirty="0"/>
              <a:t>Compondo Dashboards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483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00CF703-947D-EAC8-4446-F5E6319B4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933" y="1146298"/>
            <a:ext cx="9000000" cy="5558824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7AB400F6-3C08-18E1-EB89-A7259A5F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Testando a conexão Bluetooth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6386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4B8F5D7-58CF-A3EA-52C5-4E42B6E3A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517" y="1428909"/>
            <a:ext cx="9000000" cy="502010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DB2F62E-1332-358A-990B-D2343E9E9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Testando a conexão Bluetooth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4188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ECDEDC3-4768-6A52-4D27-17C06029A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114039"/>
            <a:ext cx="9000000" cy="505598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41D1FA24-BA59-B65E-0D9D-CFB0C161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Acionamento de um LED  via conexão Bluetooth – Mapeamento de hardware e inicialização do Bluetooth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3213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99DC44E-4378-6CF9-F4C9-64B17765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866575"/>
            <a:ext cx="9000000" cy="4251694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6B17741-C512-6D5E-4DBA-12737F978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Acionamento de um LED  via conexão Bluetooth – Protótipo das funções e instância do Bluetooth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1580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B51311-0417-E42D-729F-D9C9D7DDD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125171"/>
            <a:ext cx="9000000" cy="480869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9D73E6F-C3A1-C02A-E865-E416C9DE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Acionamento de um LED  via conexão Bluetooth – Início das funções auxiliares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3388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C439E39-5704-6011-56E6-BEAB92B78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2404309"/>
            <a:ext cx="9000000" cy="2950244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C121C13-4D9B-ED7C-6967-7B532078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Acionamento de um LED  via conexão Bluetooth – Função </a:t>
            </a:r>
            <a:r>
              <a:rPr lang="pt-BR" sz="2000" dirty="0" err="1"/>
              <a:t>leBotao</a:t>
            </a:r>
            <a:r>
              <a:rPr lang="pt-BR" sz="2000" dirty="0"/>
              <a:t>()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883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8345783-4F18-F9AD-623E-BD0586BB4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564933"/>
            <a:ext cx="9000000" cy="444380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47D228E-B41E-72AD-7AAE-F0A1318B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Acionamento de um LED  via conexão Bluetooth – Função </a:t>
            </a:r>
            <a:r>
              <a:rPr lang="pt-BR" sz="2000" dirty="0" err="1"/>
              <a:t>escreveBluetooth</a:t>
            </a:r>
            <a:r>
              <a:rPr lang="pt-BR" sz="2000" dirty="0"/>
              <a:t>() parte1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6460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AA6233-6974-78BB-94F3-E10A345A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744854"/>
            <a:ext cx="9000000" cy="4434783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BLUETOOTH</a:t>
            </a:r>
            <a:br>
              <a:rPr lang="pt-BR" dirty="0"/>
            </a:br>
            <a:r>
              <a:rPr lang="pt-BR" sz="2000" dirty="0"/>
              <a:t>Acionamento de um LED  via conexão Bluetooth – Função </a:t>
            </a:r>
            <a:r>
              <a:rPr lang="pt-BR" sz="2000" dirty="0" err="1"/>
              <a:t>escreveBluetooth</a:t>
            </a:r>
            <a:r>
              <a:rPr lang="pt-BR" sz="2000" dirty="0"/>
              <a:t>() parte final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3360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7029</TotalTime>
  <Words>489</Words>
  <Application>Microsoft Office PowerPoint</Application>
  <PresentationFormat>Widescreen</PresentationFormat>
  <Paragraphs>39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Open Sans Light</vt:lpstr>
      <vt:lpstr>Tema do Office</vt:lpstr>
      <vt:lpstr>Apresentação do PowerPoint</vt:lpstr>
      <vt:lpstr>Técnico em Desenvolvimento de Sistemas</vt:lpstr>
      <vt:lpstr>Técnico em Desenvolvimento de Sistemas</vt:lpstr>
      <vt:lpstr>         Introdução ao ESP32  Módulo 2 Protocolos de Comunicação BlueTooth  </vt:lpstr>
      <vt:lpstr>ESP32 – Comunicação de dados - BLUETOOTH</vt:lpstr>
      <vt:lpstr>ESP32 – Comunicação de dados - BLUETOOTH</vt:lpstr>
      <vt:lpstr>ESP32 – Comunicação de dados – BLUETOOTH Instalando o App Bluetooth Eletronics</vt:lpstr>
      <vt:lpstr>ESP32 – Bluetooth Eletronics – Tela inicial</vt:lpstr>
      <vt:lpstr>ESP32 – Bluetooth Eletronics – Editando componentes</vt:lpstr>
      <vt:lpstr>ESP32 – Bluetooth Eletronics – Pareando dispositivos</vt:lpstr>
      <vt:lpstr>ESP32 – Bluetooth Eletronics – Bluetooth Classic</vt:lpstr>
      <vt:lpstr>ESP32 – Bluetooth Eletronics – Compondo aplicações</vt:lpstr>
      <vt:lpstr>ESP32 – Bluetooth Eletronics – Compondo Dashboards</vt:lpstr>
      <vt:lpstr>ESP32 – Comunicação de dados – BLUETOOTH Testando a conexão Bluetooth </vt:lpstr>
      <vt:lpstr>ESP32 – Comunicação de dados – BLUETOOTH Testando a conexão Bluetooth </vt:lpstr>
      <vt:lpstr>ESP32 – Comunicação de dados – BLUETOOTH Acionamento de um LED  via conexão Bluetooth – Mapeamento de hardware e inicialização do Bluetooth</vt:lpstr>
      <vt:lpstr>ESP32 – Comunicação de dados – BLUETOOTH Acionamento de um LED  via conexão Bluetooth – Protótipo das funções e instância do Bluetooth</vt:lpstr>
      <vt:lpstr>ESP32 – Comunicação de dados – BLUETOOTH Acionamento de um LED  via conexão Bluetooth – Início das funções auxiliares</vt:lpstr>
      <vt:lpstr>ESP32 – Comunicação de dados – BLUETOOTH Acionamento de um LED  via conexão Bluetooth – Função leBotao()</vt:lpstr>
      <vt:lpstr>ESP32 – Comunicação de dados – BLUETOOTH Acionamento de um LED  via conexão Bluetooth – Função escreveBluetooth() parte1</vt:lpstr>
      <vt:lpstr>ESP32 – Comunicação de dados – BLUETOOTH Acionamento de um LED  via conexão Bluetooth – Função escreveBluetooth() parte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ESP32</dc:title>
  <dc:creator>Gerson Trindade</dc:creator>
  <cp:lastModifiedBy>Gerson Trindade</cp:lastModifiedBy>
  <cp:revision>43</cp:revision>
  <dcterms:created xsi:type="dcterms:W3CDTF">2024-03-06T19:24:45Z</dcterms:created>
  <dcterms:modified xsi:type="dcterms:W3CDTF">2025-08-18T18:54:35Z</dcterms:modified>
</cp:coreProperties>
</file>