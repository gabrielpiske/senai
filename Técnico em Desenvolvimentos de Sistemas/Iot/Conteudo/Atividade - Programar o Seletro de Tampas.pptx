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347" r:id="rId5"/>
    <p:sldId id="433" r:id="rId6"/>
    <p:sldId id="257" r:id="rId7"/>
    <p:sldId id="258" r:id="rId8"/>
    <p:sldId id="431" r:id="rId9"/>
    <p:sldId id="43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E1BB9-4147-906D-CBC8-EF91121E3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014BE2-53FC-DF82-6ABB-8D513B374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FB388-BDBC-97CC-8B2C-38CB60B7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41282-0BDC-2B9D-35D3-CB230052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9BDDF-F6EA-2E67-BA6C-AE910122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31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BC9FA-B851-865A-573E-C87D613B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878F7E-197C-9541-0AAA-C4D588244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2F81FE-2047-7270-2253-D9B8BFD2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F40094-7F66-A562-DFE3-2B394D2C6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AB3A54-872A-621F-4904-6E3D26AF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35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3BBE7-DD20-6CB6-95C6-ECE560F3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B0C250-E672-F105-0CF4-7BAC21B86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94B7F4-A98D-DD45-003E-BBEB5891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E4A466-55D7-47A2-794D-92DEC7AE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864465-342F-DFB2-11C3-DFC27E1E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68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E5427-8EED-263C-96BF-61FE4808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E98873-F6C1-CD22-DC3B-6767BE81D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ADAC76-7A0D-EDD1-F897-8230F262C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9957D-5F22-2E7A-C6A7-563670EC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51E994-28C0-B755-9C9D-445C6223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B1A158-F9ED-FCE2-3521-271291DC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23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0947B-EB01-842E-4889-103D3C7D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1ABAF-55BE-6CFA-3350-BEEB6931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EA3EDC-16DC-28F7-F11D-220CDCAB4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44EC40-AC0C-3E4E-2A56-F4129ED5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E51C86-3E0E-4A0D-9B9B-A885C0B03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DE2680-441E-3257-060A-2698278C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18B109F-3521-448C-97D2-EF7DCD32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BFE9164-31B4-7BE9-E236-93A20595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C6B3B-3C9C-30EE-1F6C-7AB604FD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173D13-1BBC-8B06-B097-2B2BCE62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9861ED-F349-0958-5847-CF037EA9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F6832C-3FAC-6E9C-E591-99D59415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08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67C6AD-264A-D1EE-3B6E-BF4AB74D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AA252A-6F00-F7B0-FA7E-65F91A95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CC83FC-B494-3159-EC50-246F373A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79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0107D-7C8F-F66C-BDAF-BB048960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3F93F3-1721-6105-5828-2C20C9D1E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1E0548-E817-6B82-76F6-EF253CE05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413683-EBE2-46BB-52E9-7AE2B48C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D6EAF3-1617-D6B5-B87D-6469178B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C5C7F7-FBB3-4274-811F-0064CF08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050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8F689-F5B1-64B6-1A62-1E9C9B27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0C74BA-6C68-3BF4-668A-7D42C8AC5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F37ACE-7319-7D80-67C1-4BBAA9209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766AB7-0CE1-8AFE-45AC-A7ABB7D7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295066-3940-53ED-86DA-261A0F634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048A7E-DAEA-C15E-2C65-077908E5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13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ECE54-B8BB-6020-2BEB-AF6BB1BE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58FEF5-9021-7262-BED7-775872C6E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0B0775-E913-F625-158D-1E209737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94AD1-D3D0-2069-4B50-48516AA7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1BC40D-B41E-58FA-A8B2-D1B11699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10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ED91CF-F9A7-1BD3-847A-4F310C5B2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9763C6-DFAE-8CED-EC83-184D56ED8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A7C89F-822F-EBAE-DE31-3BCE271E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2FE937-D1B0-3702-E546-33EEC531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948A96-E129-6F4B-5558-8F0E4C29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21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17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784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7914272-EDBB-DB31-42EA-5B2C189C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F380A3-C4E3-2517-3621-73C6619C7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0AEAFD-819E-B431-D319-0DA7ACB1C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DB2B-D729-40AB-8A0F-5D0444074E2F}" type="datetimeFigureOut">
              <a:rPr lang="pt-BR" smtClean="0"/>
              <a:t>22/09/2025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9102AE-5596-9D2C-8335-B51A317F1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D0C721-0E85-DC01-9D93-445AB9615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2816D-274F-4B45-A938-2FE44F634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57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10.74.241.245/api/move_pos?pos=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0.74.241.245/api/move_pos?pos=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Atividade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Implementar a programação do Seletor de Tampas da bancada </a:t>
            </a:r>
            <a:r>
              <a:rPr lang="pt-BR" sz="1600" dirty="0" err="1">
                <a:solidFill>
                  <a:schemeClr val="tx1"/>
                </a:solidFill>
              </a:rPr>
              <a:t>Smart</a:t>
            </a:r>
            <a:r>
              <a:rPr lang="pt-BR" sz="1600" dirty="0">
                <a:solidFill>
                  <a:schemeClr val="tx1"/>
                </a:solidFill>
              </a:rPr>
              <a:t> 4.0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mparação Entre Protocolos de Comunicação Serial - Tutoriais - RoboCore">
            <a:extLst>
              <a:ext uri="{FF2B5EF4-FFF2-40B4-BE49-F238E27FC236}">
                <a16:creationId xmlns:a16="http://schemas.microsoft.com/office/drawing/2014/main" id="{076A289A-8B7E-127B-081B-79FAA29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298310"/>
            <a:ext cx="3810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ção de comunicação do ícone bluetooth | Vetor Premium">
            <a:extLst>
              <a:ext uri="{FF2B5EF4-FFF2-40B4-BE49-F238E27FC236}">
                <a16:creationId xmlns:a16="http://schemas.microsoft.com/office/drawing/2014/main" id="{1CD22AB6-8EA9-C07E-12DD-AD310236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89" y="1528762"/>
            <a:ext cx="211772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a de configuração da rede EDUROAM — IFRN - Instituto Federal do Rio  Grande do Norte">
            <a:extLst>
              <a:ext uri="{FF2B5EF4-FFF2-40B4-BE49-F238E27FC236}">
                <a16:creationId xmlns:a16="http://schemas.microsoft.com/office/drawing/2014/main" id="{D007F543-2AD9-A08F-A6DB-87E01F9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463576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32: Detalhes internos e pinagem - Fernando K Tecnologia">
            <a:extLst>
              <a:ext uri="{FF2B5EF4-FFF2-40B4-BE49-F238E27FC236}">
                <a16:creationId xmlns:a16="http://schemas.microsoft.com/office/drawing/2014/main" id="{464D7BF0-9FC6-79F0-4427-175C1374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98" y="1285610"/>
            <a:ext cx="50673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00"/>
            <a:ext cx="12192000" cy="6858000"/>
          </a:xfrm>
        </p:spPr>
        <p:txBody>
          <a:bodyPr>
            <a:normAutofit fontScale="90000"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r>
              <a:rPr lang="pt-BR" sz="8800" b="1" dirty="0">
                <a:solidFill>
                  <a:schemeClr val="bg1"/>
                </a:solidFill>
              </a:rPr>
              <a:t>Programação </a:t>
            </a:r>
            <a:br>
              <a:rPr lang="pt-BR" sz="8800" b="1" dirty="0">
                <a:solidFill>
                  <a:schemeClr val="bg1"/>
                </a:solidFill>
              </a:rPr>
            </a:br>
            <a:r>
              <a:rPr lang="pt-BR" sz="8800" b="1" dirty="0">
                <a:solidFill>
                  <a:schemeClr val="bg1"/>
                </a:solidFill>
              </a:rPr>
              <a:t>do </a:t>
            </a: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Seletor de Tampas</a:t>
            </a:r>
            <a:br>
              <a:rPr lang="pt-BR" sz="8000" b="1" dirty="0">
                <a:solidFill>
                  <a:schemeClr val="bg1"/>
                </a:solidFill>
              </a:rPr>
            </a:br>
            <a:br>
              <a:rPr lang="pt-BR" sz="80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Atividade prática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Aplicações </a:t>
            </a:r>
            <a:r>
              <a:rPr lang="pt-BR" sz="3100" b="1" dirty="0" err="1">
                <a:solidFill>
                  <a:schemeClr val="bg1"/>
                </a:solidFill>
              </a:rPr>
              <a:t>Multitasks</a:t>
            </a:r>
            <a:r>
              <a:rPr lang="pt-BR" sz="3100" b="1" dirty="0">
                <a:solidFill>
                  <a:schemeClr val="bg1"/>
                </a:solidFill>
              </a:rPr>
              <a:t> Comunicação via API </a:t>
            </a:r>
            <a:r>
              <a:rPr lang="pt-BR" sz="3100" b="1" dirty="0" err="1">
                <a:solidFill>
                  <a:schemeClr val="bg1"/>
                </a:solidFill>
              </a:rPr>
              <a:t>Rest</a:t>
            </a:r>
            <a:r>
              <a:rPr lang="pt-BR" sz="3100" b="1" dirty="0">
                <a:solidFill>
                  <a:schemeClr val="bg1"/>
                </a:solidFill>
              </a:rPr>
              <a:t> </a:t>
            </a:r>
            <a:br>
              <a:rPr lang="pt-BR" sz="3100" b="1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9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D98FE9F-DFE3-6ADE-9460-C476D330D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0" t="21307" r="16523" b="15033"/>
          <a:stretch>
            <a:fillRect/>
          </a:stretch>
        </p:blipFill>
        <p:spPr>
          <a:xfrm>
            <a:off x="3792070" y="1196182"/>
            <a:ext cx="4607859" cy="52186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0A55219-2768-95D4-C5B0-AEDDC25E928B}"/>
              </a:ext>
            </a:extLst>
          </p:cNvPr>
          <p:cNvSpPr txBox="1"/>
          <p:nvPr/>
        </p:nvSpPr>
        <p:spPr>
          <a:xfrm>
            <a:off x="0" y="0"/>
            <a:ext cx="12192000" cy="61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pt-BR" sz="2400" dirty="0"/>
              <a:t>Seletor de Tampas – Bancada </a:t>
            </a:r>
            <a:r>
              <a:rPr lang="pt-BR" sz="2400" dirty="0" err="1"/>
              <a:t>Smart</a:t>
            </a:r>
            <a:r>
              <a:rPr lang="pt-BR" sz="2400" dirty="0"/>
              <a:t> 4.0</a:t>
            </a:r>
          </a:p>
        </p:txBody>
      </p:sp>
    </p:spTree>
    <p:extLst>
      <p:ext uri="{BB962C8B-B14F-4D97-AF65-F5344CB8AC3E}">
        <p14:creationId xmlns:p14="http://schemas.microsoft.com/office/powerpoint/2010/main" val="331353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F41DFA4-884E-54F4-5AE1-D5DCE43E1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81" y="727866"/>
            <a:ext cx="6770237" cy="597773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5717421-C73F-24F5-D2FD-7A273FF981CB}"/>
              </a:ext>
            </a:extLst>
          </p:cNvPr>
          <p:cNvSpPr txBox="1"/>
          <p:nvPr/>
        </p:nvSpPr>
        <p:spPr>
          <a:xfrm>
            <a:off x="9614468" y="2712348"/>
            <a:ext cx="1928813" cy="10618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b="1" dirty="0"/>
              <a:t>LED RGB</a:t>
            </a:r>
            <a:r>
              <a:rPr lang="pt-BR" sz="1050" dirty="0"/>
              <a:t>:</a:t>
            </a:r>
          </a:p>
          <a:p>
            <a:endParaRPr lang="pt-BR" sz="1050" dirty="0"/>
          </a:p>
          <a:p>
            <a:r>
              <a:rPr lang="pt-BR" sz="1050" b="1" i="1" dirty="0"/>
              <a:t>Indicações:</a:t>
            </a:r>
          </a:p>
          <a:p>
            <a:r>
              <a:rPr lang="pt-BR" sz="1050" b="1" dirty="0">
                <a:solidFill>
                  <a:srgbClr val="FF0000"/>
                </a:solidFill>
              </a:rPr>
              <a:t>VERMELHO</a:t>
            </a:r>
            <a:r>
              <a:rPr lang="pt-BR" sz="1050" dirty="0"/>
              <a:t>: Sistema Ligado.</a:t>
            </a:r>
          </a:p>
          <a:p>
            <a:r>
              <a:rPr lang="pt-BR" sz="1050" b="1" dirty="0">
                <a:solidFill>
                  <a:srgbClr val="0070C0"/>
                </a:solidFill>
              </a:rPr>
              <a:t>AZUL</a:t>
            </a:r>
            <a:r>
              <a:rPr lang="pt-BR" sz="1050" dirty="0"/>
              <a:t>: Conectado ao WiFi.</a:t>
            </a:r>
          </a:p>
          <a:p>
            <a:r>
              <a:rPr lang="pt-BR" sz="1050" b="1" dirty="0">
                <a:solidFill>
                  <a:srgbClr val="00B050"/>
                </a:solidFill>
              </a:rPr>
              <a:t>VERDE</a:t>
            </a:r>
            <a:r>
              <a:rPr lang="pt-BR" sz="1050" dirty="0"/>
              <a:t>: Motor em Movimento.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D352270-AC06-ED38-23E0-ADDA8A63DD6F}"/>
              </a:ext>
            </a:extLst>
          </p:cNvPr>
          <p:cNvCxnSpPr/>
          <p:nvPr/>
        </p:nvCxnSpPr>
        <p:spPr>
          <a:xfrm flipH="1">
            <a:off x="9081068" y="3243263"/>
            <a:ext cx="533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B4EAAE5-F7C9-4631-C780-C37EB0C3D467}"/>
              </a:ext>
            </a:extLst>
          </p:cNvPr>
          <p:cNvSpPr/>
          <p:nvPr/>
        </p:nvSpPr>
        <p:spPr>
          <a:xfrm>
            <a:off x="4867835" y="5871882"/>
            <a:ext cx="1479177" cy="591671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7CFB135-0547-A46E-0B81-0BB51D95BB29}"/>
              </a:ext>
            </a:extLst>
          </p:cNvPr>
          <p:cNvSpPr txBox="1"/>
          <p:nvPr/>
        </p:nvSpPr>
        <p:spPr>
          <a:xfrm>
            <a:off x="398750" y="5636802"/>
            <a:ext cx="1928813" cy="10618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b="1" dirty="0"/>
              <a:t>CHAVES FIM-DE-CURSO</a:t>
            </a:r>
            <a:r>
              <a:rPr lang="pt-BR" sz="1050" dirty="0"/>
              <a:t>:</a:t>
            </a:r>
          </a:p>
          <a:p>
            <a:endParaRPr lang="pt-BR" sz="1050" dirty="0"/>
          </a:p>
          <a:p>
            <a:r>
              <a:rPr lang="pt-BR" sz="1050" b="1" i="1" dirty="0"/>
              <a:t>Indicações:</a:t>
            </a:r>
          </a:p>
          <a:p>
            <a:r>
              <a:rPr lang="pt-BR" sz="1050" b="1" dirty="0"/>
              <a:t>PRETO</a:t>
            </a:r>
            <a:r>
              <a:rPr lang="pt-BR" sz="1050" dirty="0"/>
              <a:t>: Posição </a:t>
            </a:r>
            <a:r>
              <a:rPr lang="pt-BR" sz="1050" b="1" dirty="0"/>
              <a:t>1</a:t>
            </a:r>
            <a:r>
              <a:rPr lang="pt-BR" sz="1050" dirty="0"/>
              <a:t> atingida.</a:t>
            </a:r>
          </a:p>
          <a:p>
            <a:r>
              <a:rPr lang="pt-BR" sz="1050" b="1" dirty="0">
                <a:solidFill>
                  <a:schemeClr val="bg1">
                    <a:lumMod val="50000"/>
                  </a:schemeClr>
                </a:solidFill>
              </a:rPr>
              <a:t>CINZA</a:t>
            </a:r>
            <a:r>
              <a:rPr lang="pt-BR" sz="1050" dirty="0"/>
              <a:t>: Posição </a:t>
            </a:r>
            <a:r>
              <a:rPr lang="pt-BR" sz="1050" b="1" dirty="0"/>
              <a:t>2</a:t>
            </a:r>
            <a:r>
              <a:rPr lang="pt-BR" sz="1050" dirty="0"/>
              <a:t> atingida.</a:t>
            </a:r>
          </a:p>
          <a:p>
            <a:r>
              <a:rPr lang="pt-BR" sz="1050" b="1" dirty="0">
                <a:solidFill>
                  <a:schemeClr val="bg1"/>
                </a:solidFill>
              </a:rPr>
              <a:t>BRANCO</a:t>
            </a:r>
            <a:r>
              <a:rPr lang="pt-BR" sz="1050" dirty="0"/>
              <a:t>: Posição </a:t>
            </a:r>
            <a:r>
              <a:rPr lang="pt-BR" sz="1050" b="1" dirty="0"/>
              <a:t>3</a:t>
            </a:r>
            <a:r>
              <a:rPr lang="pt-BR" sz="1050" dirty="0"/>
              <a:t> atingida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A8B0A59-537C-1347-A4DC-0923E682082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327563" y="6165755"/>
            <a:ext cx="2459590" cy="19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20EDF9-116B-19CD-47C7-E383E9EA9279}"/>
              </a:ext>
            </a:extLst>
          </p:cNvPr>
          <p:cNvSpPr txBox="1"/>
          <p:nvPr/>
        </p:nvSpPr>
        <p:spPr>
          <a:xfrm>
            <a:off x="9614467" y="1119606"/>
            <a:ext cx="1928813" cy="10618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50" b="1" dirty="0"/>
              <a:t>MOTOR DE PASSO</a:t>
            </a:r>
            <a:r>
              <a:rPr lang="pt-BR" sz="1050" dirty="0"/>
              <a:t>:</a:t>
            </a:r>
          </a:p>
          <a:p>
            <a:endParaRPr lang="pt-BR" sz="1050" dirty="0"/>
          </a:p>
          <a:p>
            <a:r>
              <a:rPr lang="pt-BR" sz="1050" b="1" i="1" dirty="0"/>
              <a:t>Especificações:</a:t>
            </a:r>
          </a:p>
          <a:p>
            <a:r>
              <a:rPr lang="pt-BR" sz="1050" b="1" dirty="0"/>
              <a:t>PASSO</a:t>
            </a:r>
            <a:r>
              <a:rPr lang="pt-BR" sz="1050" dirty="0"/>
              <a:t>: 1.8 Graus.</a:t>
            </a:r>
          </a:p>
          <a:p>
            <a:r>
              <a:rPr lang="pt-BR" sz="1050" b="1" dirty="0"/>
              <a:t>CORRENTE</a:t>
            </a:r>
            <a:r>
              <a:rPr lang="pt-BR" sz="1050" dirty="0"/>
              <a:t>: 1A/PHASE</a:t>
            </a:r>
          </a:p>
          <a:p>
            <a:r>
              <a:rPr lang="pt-BR" sz="1050" b="1" dirty="0"/>
              <a:t>TENSÃO</a:t>
            </a:r>
            <a:r>
              <a:rPr lang="pt-BR" sz="1050" dirty="0"/>
              <a:t>: 6V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88CBC8D9-BF19-E087-CD4A-D206BF61115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211671" y="1650521"/>
            <a:ext cx="14027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F2766F-CC82-95B1-CD50-947ED7E8E606}"/>
              </a:ext>
            </a:extLst>
          </p:cNvPr>
          <p:cNvSpPr txBox="1"/>
          <p:nvPr/>
        </p:nvSpPr>
        <p:spPr>
          <a:xfrm>
            <a:off x="1" y="6751"/>
            <a:ext cx="12192000" cy="61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pt-BR" sz="2400" dirty="0"/>
              <a:t>Diagrama Simulado do Seletor de Tampas – Bancada </a:t>
            </a:r>
            <a:r>
              <a:rPr lang="pt-BR" sz="2400" dirty="0" err="1"/>
              <a:t>Smart</a:t>
            </a:r>
            <a:r>
              <a:rPr lang="pt-BR" sz="2400" dirty="0"/>
              <a:t> 4.0</a:t>
            </a:r>
          </a:p>
        </p:txBody>
      </p:sp>
    </p:spTree>
    <p:extLst>
      <p:ext uri="{BB962C8B-B14F-4D97-AF65-F5344CB8AC3E}">
        <p14:creationId xmlns:p14="http://schemas.microsoft.com/office/powerpoint/2010/main" val="278390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BD2F0E1-E0C4-81EA-2B03-E2F75CDC4C57}"/>
              </a:ext>
            </a:extLst>
          </p:cNvPr>
          <p:cNvSpPr txBox="1"/>
          <p:nvPr/>
        </p:nvSpPr>
        <p:spPr>
          <a:xfrm>
            <a:off x="394446" y="995172"/>
            <a:ext cx="1163618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b="1" dirty="0"/>
              <a:t>Quando  o sistema é LIGADO, o LED RGB deve apresentar ativado o LED VERMELHO, assim que o ESP32 conectar no WiFi, o LED AZUL deve ser ativado, e durante o movimento do motor o LED VERDE deve estar ativado.</a:t>
            </a:r>
          </a:p>
          <a:p>
            <a:pPr marL="342900" indent="-342900">
              <a:buFont typeface="+mj-lt"/>
              <a:buAutoNum type="arabicPeriod"/>
            </a:pPr>
            <a:endParaRPr lang="pt-BR" b="1" dirty="0"/>
          </a:p>
          <a:p>
            <a:pPr marL="342900" indent="-342900">
              <a:buFont typeface="+mj-lt"/>
              <a:buAutoNum type="arabicPeriod"/>
            </a:pPr>
            <a:endParaRPr lang="pt-BR" b="1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O sistema recebe via API REST a posição desejada para posicionamento. </a:t>
            </a:r>
            <a:r>
              <a:rPr lang="pt-BR" b="1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http://10.74.241.245/api/move_pos?pos=</a:t>
            </a:r>
            <a:r>
              <a:rPr lang="pt-BR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pt-BR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O sistema inicia o movimento do motor de passo até alcançar a posição desejada.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A cada passo do movimento do motor (1.8 Graus), o sistema verifica o status de cada um dos Fim-de-cursos.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Essa verificação deve retornar: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0: nenhum fim-de-curso acionado.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1: fim-de-curso da posição 1 acionado (Atingiu a posição 1).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2: fim-de-curso da posição 2 acionado (Atingiu a posição 2).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3: fim-de-curso da posição 3 acionado (Atingiu a posição 3).</a:t>
            </a:r>
          </a:p>
          <a:p>
            <a:pPr marL="800100" lvl="1" indent="-342900">
              <a:buFont typeface="+mj-lt"/>
              <a:buAutoNum type="arabicPeriod"/>
            </a:pPr>
            <a:endParaRPr lang="pt-BR" dirty="0"/>
          </a:p>
          <a:p>
            <a:pPr lvl="6"/>
            <a:endParaRPr lang="pt-BR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661DE3-FA65-A2DB-0A21-D00EFC54599F}"/>
              </a:ext>
            </a:extLst>
          </p:cNvPr>
          <p:cNvSpPr txBox="1"/>
          <p:nvPr/>
        </p:nvSpPr>
        <p:spPr>
          <a:xfrm>
            <a:off x="1" y="10197"/>
            <a:ext cx="12192000" cy="61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pt-BR" sz="2400" dirty="0"/>
              <a:t>Operação do Seletor de Tampas – Bancada </a:t>
            </a:r>
            <a:r>
              <a:rPr lang="pt-BR" sz="2400" dirty="0" err="1"/>
              <a:t>Smart</a:t>
            </a:r>
            <a:r>
              <a:rPr lang="pt-BR" sz="2400" dirty="0"/>
              <a:t> 4.0</a:t>
            </a:r>
          </a:p>
        </p:txBody>
      </p:sp>
    </p:spTree>
    <p:extLst>
      <p:ext uri="{BB962C8B-B14F-4D97-AF65-F5344CB8AC3E}">
        <p14:creationId xmlns:p14="http://schemas.microsoft.com/office/powerpoint/2010/main" val="348873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564F-62C3-35BC-A255-05C15EA2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A3B278E-4D3A-1D9E-CAB3-F109A2C0E8B4}"/>
              </a:ext>
            </a:extLst>
          </p:cNvPr>
          <p:cNvSpPr txBox="1"/>
          <p:nvPr/>
        </p:nvSpPr>
        <p:spPr>
          <a:xfrm>
            <a:off x="394446" y="735195"/>
            <a:ext cx="116361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b="1" dirty="0"/>
              <a:t>Enquanto nenhuma das posições for atingida o Motor-de-passo continua seu movimento.</a:t>
            </a:r>
          </a:p>
          <a:p>
            <a:pPr marL="342900" indent="-342900">
              <a:buFont typeface="+mj-lt"/>
              <a:buAutoNum type="arabicPeriod" startAt="6"/>
            </a:pPr>
            <a:endParaRPr lang="pt-BR" b="1" dirty="0"/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b="1" dirty="0"/>
              <a:t>Assim que a posição desejada for atingida, o Motor-de-passo deve parar o seu movimento até que uma nova solicitação seja enviada.</a:t>
            </a:r>
          </a:p>
          <a:p>
            <a:pPr marL="342900" indent="-342900">
              <a:buFont typeface="+mj-lt"/>
              <a:buAutoNum type="arabicPeriod" startAt="6"/>
            </a:pPr>
            <a:endParaRPr lang="pt-BR" b="1" dirty="0"/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pPr marL="342900" indent="-342900">
              <a:buFont typeface="+mj-lt"/>
              <a:buAutoNum type="arabicPeriod" startAt="6"/>
            </a:pPr>
            <a:r>
              <a:rPr lang="pt-BR" b="1" dirty="0"/>
              <a:t>Para simular a operação do Motor-de-passo, deve-se utilizar o display LCD para apresentar a mensagem conforme apresentado abaixo</a:t>
            </a:r>
            <a:r>
              <a:rPr lang="pt-BR" dirty="0"/>
              <a:t>: </a:t>
            </a:r>
            <a:r>
              <a:rPr lang="pt-BR" b="1" dirty="0"/>
              <a:t>A quantidade de passos deve ser reiniciada toda vez que o motor iniciar uma nova busca de posição a ser atingida.</a:t>
            </a:r>
          </a:p>
          <a:p>
            <a:endParaRPr lang="pt-BR" b="1" dirty="0"/>
          </a:p>
          <a:p>
            <a:pPr marL="342900" indent="-342900">
              <a:buFont typeface="+mj-lt"/>
              <a:buAutoNum type="arabicPeriod" startAt="6"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342900" indent="-342900">
              <a:buFont typeface="+mj-lt"/>
              <a:buAutoNum type="arabicPeriod" startAt="9"/>
            </a:pPr>
            <a:r>
              <a:rPr lang="pt-BR" b="1" dirty="0"/>
              <a:t>O sistema poderá receber via API REST uma consulta sobre a posição atual do Seletor de tampas.</a:t>
            </a:r>
            <a:r>
              <a:rPr lang="pt-BR" b="1" dirty="0">
                <a:hlinkClick r:id="rId2"/>
              </a:rPr>
              <a:t> http://10.74.241.245/api/</a:t>
            </a:r>
            <a:r>
              <a:rPr lang="pt-BR" b="1" dirty="0">
                <a:solidFill>
                  <a:srgbClr val="0070C0"/>
                </a:solidFill>
              </a:rPr>
              <a:t>last_result</a:t>
            </a:r>
            <a:endParaRPr lang="pt-BR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 startAt="9"/>
            </a:pPr>
            <a:endParaRPr lang="pt-BR" dirty="0"/>
          </a:p>
          <a:p>
            <a:pPr marL="342900" indent="-342900">
              <a:buFont typeface="+mj-lt"/>
              <a:buAutoNum type="arabicPeriod" startAt="9"/>
            </a:pPr>
            <a:endParaRPr lang="pt-BR" dirty="0"/>
          </a:p>
          <a:p>
            <a:pPr lvl="6"/>
            <a:endParaRPr lang="pt-BR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D8A531-4D9C-319F-5778-FBFBDBCF38A1}"/>
              </a:ext>
            </a:extLst>
          </p:cNvPr>
          <p:cNvSpPr txBox="1"/>
          <p:nvPr/>
        </p:nvSpPr>
        <p:spPr>
          <a:xfrm>
            <a:off x="1" y="10197"/>
            <a:ext cx="12192000" cy="61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pt-BR" sz="2400" dirty="0"/>
              <a:t>Operação do Seletor de Tampas – Bancada </a:t>
            </a:r>
            <a:r>
              <a:rPr lang="pt-BR" sz="2400" dirty="0" err="1"/>
              <a:t>Smart</a:t>
            </a:r>
            <a:r>
              <a:rPr lang="pt-BR" sz="2400" dirty="0"/>
              <a:t> 4.0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E9E27D6-CF5D-567F-3D76-E6C4CFD605C8}"/>
              </a:ext>
            </a:extLst>
          </p:cNvPr>
          <p:cNvSpPr/>
          <p:nvPr/>
        </p:nvSpPr>
        <p:spPr>
          <a:xfrm>
            <a:off x="2877670" y="4130945"/>
            <a:ext cx="2779059" cy="753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Consolas" panose="020B0609020204030204" pitchFamily="49" charset="0"/>
              </a:rPr>
              <a:t> STEP-MOTOR_MOVE </a:t>
            </a:r>
          </a:p>
          <a:p>
            <a:r>
              <a:rPr lang="pt-BR" dirty="0">
                <a:latin typeface="Consolas" panose="020B0609020204030204" pitchFamily="49" charset="0"/>
              </a:rPr>
              <a:t> Passos: ####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08ADACB-2924-4AA1-A867-70D480EA3342}"/>
              </a:ext>
            </a:extLst>
          </p:cNvPr>
          <p:cNvSpPr/>
          <p:nvPr/>
        </p:nvSpPr>
        <p:spPr>
          <a:xfrm>
            <a:off x="6096000" y="4130944"/>
            <a:ext cx="2779059" cy="753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Consolas" panose="020B0609020204030204" pitchFamily="49" charset="0"/>
              </a:rPr>
              <a:t> STEP-MOTOR_STOP </a:t>
            </a:r>
          </a:p>
          <a:p>
            <a:r>
              <a:rPr lang="pt-BR" dirty="0">
                <a:latin typeface="Consolas" panose="020B0609020204030204" pitchFamily="49" charset="0"/>
              </a:rPr>
              <a:t> Passos: #### </a:t>
            </a:r>
          </a:p>
        </p:txBody>
      </p:sp>
    </p:spTree>
    <p:extLst>
      <p:ext uri="{BB962C8B-B14F-4D97-AF65-F5344CB8AC3E}">
        <p14:creationId xmlns:p14="http://schemas.microsoft.com/office/powerpoint/2010/main" val="248468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E86E5-6E3B-DC04-082D-FF386E3A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BE1028F-AE78-A8D3-719C-51517DEBFC2F}"/>
              </a:ext>
            </a:extLst>
          </p:cNvPr>
          <p:cNvSpPr txBox="1"/>
          <p:nvPr/>
        </p:nvSpPr>
        <p:spPr>
          <a:xfrm>
            <a:off x="394446" y="995172"/>
            <a:ext cx="116361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b="1" dirty="0"/>
              <a:t>Utilize o </a:t>
            </a:r>
            <a:r>
              <a:rPr lang="pt-BR" b="1" dirty="0" err="1"/>
              <a:t>Postman</a:t>
            </a:r>
            <a:r>
              <a:rPr lang="pt-BR" b="1" dirty="0"/>
              <a:t> para realizar o teste de posicionamento com a seguinte URL.</a:t>
            </a:r>
          </a:p>
          <a:p>
            <a:pPr lvl="1"/>
            <a:endParaRPr lang="pt-BR" b="1" dirty="0">
              <a:solidFill>
                <a:srgbClr val="0563C1"/>
              </a:solidFill>
              <a:latin typeface="Consolas" panose="020B0609020204030204" pitchFamily="49" charset="0"/>
            </a:endParaRPr>
          </a:p>
          <a:p>
            <a:pPr lvl="1"/>
            <a:r>
              <a:rPr lang="pt-BR" dirty="0">
                <a:solidFill>
                  <a:srgbClr val="0563C1"/>
                </a:solidFill>
                <a:latin typeface="Consolas" panose="020B0609020204030204" pitchFamily="49" charset="0"/>
              </a:rPr>
              <a:t>	http://10.74.241.245/api/move_pos?pos=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  <a:p>
            <a:pPr marL="800100" lvl="1" indent="-342900">
              <a:buFont typeface="+mj-lt"/>
              <a:buAutoNum type="arabicPeriod"/>
            </a:pPr>
            <a:endParaRPr lang="pt-BR" b="1" dirty="0"/>
          </a:p>
          <a:p>
            <a:pPr marL="342900" indent="-342900">
              <a:buFont typeface="+mj-lt"/>
              <a:buAutoNum type="arabicPeriod"/>
            </a:pPr>
            <a:endParaRPr lang="pt-BR" b="1" dirty="0"/>
          </a:p>
          <a:p>
            <a:pPr marL="342900" indent="-342900">
              <a:buFont typeface="+mj-lt"/>
              <a:buAutoNum type="arabicPeriod"/>
            </a:pPr>
            <a:r>
              <a:rPr lang="pt-BR" b="1" dirty="0"/>
              <a:t>Solicite via API REST a posição atual do Seletor de tampas.</a:t>
            </a:r>
          </a:p>
          <a:p>
            <a:r>
              <a:rPr lang="pt-BR" b="1" dirty="0">
                <a:solidFill>
                  <a:srgbClr val="0563C1"/>
                </a:solidFill>
                <a:latin typeface="Consolas" panose="020B0609020204030204" pitchFamily="49" charset="0"/>
              </a:rPr>
              <a:t>	</a:t>
            </a:r>
          </a:p>
          <a:p>
            <a:endParaRPr lang="pt-BR" b="1" dirty="0">
              <a:solidFill>
                <a:srgbClr val="0563C1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563C1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563C1"/>
                </a:solidFill>
                <a:latin typeface="Consolas" panose="020B0609020204030204" pitchFamily="49" charset="0"/>
              </a:rPr>
              <a:t>http://10.74.241.245/api/last_result</a:t>
            </a:r>
          </a:p>
          <a:p>
            <a:pPr lvl="6"/>
            <a:endParaRPr lang="pt-BR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AAD6E8-E24A-C3ED-33B8-9EBDC5E9F86B}"/>
              </a:ext>
            </a:extLst>
          </p:cNvPr>
          <p:cNvSpPr txBox="1"/>
          <p:nvPr/>
        </p:nvSpPr>
        <p:spPr>
          <a:xfrm>
            <a:off x="1" y="85364"/>
            <a:ext cx="121920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pt-BR" sz="2400" dirty="0"/>
              <a:t>Teste de operação do Seletor de Tampas – Bancada </a:t>
            </a:r>
            <a:r>
              <a:rPr lang="pt-BR" sz="2400" dirty="0" err="1"/>
              <a:t>Smart</a:t>
            </a:r>
            <a:r>
              <a:rPr lang="pt-BR" sz="2400" dirty="0"/>
              <a:t> 4.0</a:t>
            </a:r>
          </a:p>
        </p:txBody>
      </p:sp>
    </p:spTree>
    <p:extLst>
      <p:ext uri="{BB962C8B-B14F-4D97-AF65-F5344CB8AC3E}">
        <p14:creationId xmlns:p14="http://schemas.microsoft.com/office/powerpoint/2010/main" val="2094938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505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Open Sans Light</vt:lpstr>
      <vt:lpstr>Tema do Office</vt:lpstr>
      <vt:lpstr>Apresentação do PowerPoint</vt:lpstr>
      <vt:lpstr>Técnico em Desenvolvimento de Sistemas</vt:lpstr>
      <vt:lpstr>Técnico em Desenvolvimento de Sistemas</vt:lpstr>
      <vt:lpstr>         Programação  do  Seletor de Tampas  Atividade prática Aplicações Multitasks Comunicação via API Rest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Gerson Trindade</dc:creator>
  <cp:lastModifiedBy>Gerson Trindade</cp:lastModifiedBy>
  <cp:revision>5</cp:revision>
  <dcterms:created xsi:type="dcterms:W3CDTF">2025-09-22T19:06:42Z</dcterms:created>
  <dcterms:modified xsi:type="dcterms:W3CDTF">2025-09-22T21:19:02Z</dcterms:modified>
</cp:coreProperties>
</file>